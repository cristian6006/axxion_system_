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57" r:id="rId11"/>
    <p:sldId id="258" r:id="rId12"/>
    <p:sldId id="259" r:id="rId13"/>
    <p:sldId id="260" r:id="rId14"/>
    <p:sldId id="264" r:id="rId15"/>
    <p:sldId id="274" r:id="rId16"/>
    <p:sldId id="26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39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98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8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18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274320" y="168820"/>
            <a:ext cx="1002891" cy="1019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Android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Retrofit y Kotlin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2560320"/>
            <a:ext cx="2743200" cy="457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API REST en Android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sp>
        <p:nvSpPr>
          <p:cNvPr id="14" name="Rectángulo 13"/>
          <p:cNvSpPr/>
          <p:nvPr/>
        </p:nvSpPr>
        <p:spPr>
          <a:xfrm>
            <a:off x="274320" y="3930134"/>
            <a:ext cx="4078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https://github.com/JOHN-USECHE/Movil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292837" y="801655"/>
            <a:ext cx="4223081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350" dirty="0"/>
              <a:t>Es una biblioteca de cliente HTTP para Android y Kotlin</a:t>
            </a:r>
          </a:p>
        </p:txBody>
      </p:sp>
      <p:sp>
        <p:nvSpPr>
          <p:cNvPr id="3" name="Rectángulo 2"/>
          <p:cNvSpPr/>
          <p:nvPr/>
        </p:nvSpPr>
        <p:spPr>
          <a:xfrm>
            <a:off x="3449504" y="263533"/>
            <a:ext cx="19097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dirty="0"/>
              <a:t>Retrofit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32" y="1493305"/>
            <a:ext cx="6687289" cy="3003961"/>
          </a:xfrm>
          <a:prstGeom prst="rect">
            <a:avLst/>
          </a:prstGeom>
        </p:spPr>
      </p:pic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  <p:sp>
        <p:nvSpPr>
          <p:cNvPr id="6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7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231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78" y="2048928"/>
            <a:ext cx="6262764" cy="8804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uadroTexto 5"/>
          <p:cNvSpPr txBox="1"/>
          <p:nvPr/>
        </p:nvSpPr>
        <p:spPr>
          <a:xfrm>
            <a:off x="2769909" y="1538152"/>
            <a:ext cx="3076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b="1" dirty="0"/>
              <a:t>Dependencias</a:t>
            </a:r>
            <a:r>
              <a:rPr lang="es-CO" sz="1350" dirty="0"/>
              <a:t> </a:t>
            </a:r>
          </a:p>
        </p:txBody>
      </p:sp>
      <p:sp>
        <p:nvSpPr>
          <p:cNvPr id="4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7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0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828688" y="881308"/>
            <a:ext cx="3076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b="1" dirty="0"/>
              <a:t>SDK</a:t>
            </a:r>
            <a:r>
              <a:rPr lang="es-CO" sz="1350" dirty="0"/>
              <a:t>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01" y="1158308"/>
            <a:ext cx="5811880" cy="26939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uadroTexto 2"/>
          <p:cNvSpPr txBox="1"/>
          <p:nvPr/>
        </p:nvSpPr>
        <p:spPr>
          <a:xfrm>
            <a:off x="3585754" y="604309"/>
            <a:ext cx="190064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350" b="1" dirty="0"/>
              <a:t>Build.Gradle.kts app</a:t>
            </a:r>
          </a:p>
        </p:txBody>
      </p:sp>
      <p:sp>
        <p:nvSpPr>
          <p:cNvPr id="5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7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7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828690" y="764178"/>
            <a:ext cx="307630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350" b="1" dirty="0"/>
              <a:t>Build.Gradle.kts AppInterface</a:t>
            </a:r>
            <a:endParaRPr lang="es-CO" sz="13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94" y="1563970"/>
            <a:ext cx="6683693" cy="15025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5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4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845" y="1282201"/>
            <a:ext cx="5682547" cy="19154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Rectángulo 6"/>
          <p:cNvSpPr/>
          <p:nvPr/>
        </p:nvSpPr>
        <p:spPr>
          <a:xfrm>
            <a:off x="3260999" y="885301"/>
            <a:ext cx="160069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350" b="1" dirty="0"/>
              <a:t>Class DataResponse</a:t>
            </a:r>
          </a:p>
        </p:txBody>
      </p:sp>
      <p:sp>
        <p:nvSpPr>
          <p:cNvPr id="4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6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6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98" y="1214438"/>
            <a:ext cx="5480697" cy="1901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uadroTexto 5"/>
          <p:cNvSpPr txBox="1"/>
          <p:nvPr/>
        </p:nvSpPr>
        <p:spPr>
          <a:xfrm>
            <a:off x="3132847" y="695598"/>
            <a:ext cx="20574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500" b="1" dirty="0"/>
              <a:t>Interface ApiService</a:t>
            </a:r>
          </a:p>
        </p:txBody>
      </p:sp>
      <p:sp>
        <p:nvSpPr>
          <p:cNvPr id="4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5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0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03" y="1055435"/>
            <a:ext cx="5437415" cy="26884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/>
          <p:cNvSpPr txBox="1"/>
          <p:nvPr/>
        </p:nvSpPr>
        <p:spPr>
          <a:xfrm>
            <a:off x="3051810" y="695598"/>
            <a:ext cx="20574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500" b="1" dirty="0"/>
              <a:t>Object RetrofitInstance</a:t>
            </a:r>
          </a:p>
        </p:txBody>
      </p:sp>
      <p:sp>
        <p:nvSpPr>
          <p:cNvPr id="5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6" name="Text 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Centro de Formación  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071300" y="291705"/>
            <a:ext cx="1002891" cy="10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3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30" y="801655"/>
            <a:ext cx="8063050" cy="3983798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9426" r="7455" b="16347"/>
          <a:stretch/>
        </p:blipFill>
        <p:spPr>
          <a:xfrm>
            <a:off x="8302358" y="112723"/>
            <a:ext cx="677443" cy="68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6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9803" r="6721" b="18226"/>
          <a:stretch/>
        </p:blipFill>
        <p:spPr>
          <a:xfrm>
            <a:off x="245806" y="73153"/>
            <a:ext cx="403123" cy="398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General de la Arquitectura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22903" y="914400"/>
            <a:ext cx="1645920" cy="128016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37160" y="95969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MainActivity.kt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" y="1507900"/>
            <a:ext cx="1645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UI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34657" y="1572768"/>
            <a:ext cx="459903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0312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934497" y="914400"/>
            <a:ext cx="1645920" cy="128016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011680" y="91440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PersonaAdapter.kt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74720" y="1572768"/>
            <a:ext cx="36576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703320" y="914400"/>
            <a:ext cx="1645920" cy="128016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708482" y="976601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ApiServicesKotlin.kt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71856" y="1531620"/>
            <a:ext cx="1645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57800" y="1554480"/>
            <a:ext cx="36576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05572" y="894835"/>
            <a:ext cx="1645920" cy="1280160"/>
          </a:xfrm>
          <a:prstGeom prst="rect">
            <a:avLst/>
          </a:prstGeom>
          <a:solidFill>
            <a:srgbClr val="1B5E2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510981" y="91440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RetrofitInstance.kt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10981" y="1521838"/>
            <a:ext cx="1645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151492" y="1554480"/>
            <a:ext cx="529468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1481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353544" y="868681"/>
            <a:ext cx="1645920" cy="12801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344202" y="100584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362886" y="1531619"/>
            <a:ext cx="1645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399" y="2555748"/>
            <a:ext cx="2743200" cy="1005840"/>
          </a:xfrm>
          <a:prstGeom prst="rect">
            <a:avLst/>
          </a:prstGeom>
          <a:solidFill>
            <a:srgbClr val="43A04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20040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DataResponse.kt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200400" y="3029123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Class)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005840" y="2194560"/>
            <a:ext cx="0" cy="45720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1005840" y="2650470"/>
            <a:ext cx="2148840" cy="129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06640" y="2194560"/>
            <a:ext cx="0" cy="45720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43600" y="2651760"/>
            <a:ext cx="146304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399" y="362008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 todos los componentes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-45720" y="4800600"/>
            <a:ext cx="9144000" cy="3429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7" name="Text 3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6218" b="14194"/>
          <a:stretch/>
        </p:blipFill>
        <p:spPr>
          <a:xfrm>
            <a:off x="226142" y="73152"/>
            <a:ext cx="459658" cy="4184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DataResponse.kt — Modelo de Datos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777240"/>
            <a:ext cx="384048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1188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Data Class de Kotlin que representa la estructura del JSON que retorna la API. Cada campo de la clase corresponde a una clave del JSON.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2860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estructura del objeto recibido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Gson convierte JSON → Objeto Kotlin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en Adapter, ViewModel, API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genera automáticamente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equals(), hashCode(), toString()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768063"/>
            <a:ext cx="4754880" cy="384048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DataResponse.kt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43400" y="1097280"/>
            <a:ext cx="4572000" cy="169770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DataResponse(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id: Int,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nombre: String,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apellido: String,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email: String,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telefono: String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3338543"/>
            <a:ext cx="4754880" cy="182880"/>
          </a:xfrm>
          <a:prstGeom prst="rect">
            <a:avLst/>
          </a:prstGeom>
          <a:solidFill>
            <a:srgbClr val="2E4A2E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33375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de la API: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0" y="3566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1, "nombre": "Ana",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"apellido": "García", "email": "ana@mail.com",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"telefono": "3001234567" }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4206240" y="2793301"/>
            <a:ext cx="4754880" cy="24622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es-CO" altLang="es-CO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DataResponse ( </a:t>
            </a:r>
            <a:r>
              <a:rPr kumimoji="0" lang="es-CO" altLang="es-CO" sz="10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 </a:t>
            </a:r>
            <a:r>
              <a:rPr kumimoji="0" lang="es-CO" altLang="es-CO" sz="1000" b="0" i="0" u="none" strike="noStrike" cap="none" normalizeH="0" baseline="0" dirty="0" smtClean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message</a:t>
            </a:r>
            <a:r>
              <a:rPr kumimoji="0" lang="es-CO" altLang="es-CO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 List&lt;String&gt;)</a:t>
            </a:r>
            <a:endParaRPr kumimoji="0" lang="es-CO" altLang="es-C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4426" t="-1" b="6129"/>
          <a:stretch/>
        </p:blipFill>
        <p:spPr>
          <a:xfrm>
            <a:off x="216310" y="73152"/>
            <a:ext cx="469490" cy="457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RetrofitInstance.kt — Configuración del Cliente HTTP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2880" y="777240"/>
            <a:ext cx="5029200" cy="384048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822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RetrofitInstance.kt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1143000"/>
            <a:ext cx="4846320" cy="3291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RetrofitInstance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const val BASE_URL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"https://api.ejemplo.com/"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retrofit: ApiServicesKotlin by lazy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Retrofit.Builder()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.baseUrl(BASE_URL)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.addConverterFactory(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GsonConverterFactory.create()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.build()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.create(ApiServicesKotlin::class.java)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94960" y="914400"/>
            <a:ext cx="35661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5394960" y="914400"/>
            <a:ext cx="73152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932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3212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– solo existe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en memoria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94960" y="1554480"/>
            <a:ext cx="35661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5394960" y="1554480"/>
            <a:ext cx="73152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4" name="Text 11"/>
          <p:cNvSpPr/>
          <p:nvPr/>
        </p:nvSpPr>
        <p:spPr>
          <a:xfrm>
            <a:off x="5532120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32120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raíz del servidor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(siempre termina en /)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94960" y="2194560"/>
            <a:ext cx="35661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4"/>
          <p:cNvSpPr/>
          <p:nvPr/>
        </p:nvSpPr>
        <p:spPr>
          <a:xfrm>
            <a:off x="5394960" y="2194560"/>
            <a:ext cx="73152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8" name="Text 15"/>
          <p:cNvSpPr/>
          <p:nvPr/>
        </p:nvSpPr>
        <p:spPr>
          <a:xfrm>
            <a:off x="5532120" y="2212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lazy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3212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solo cuando 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por primera vez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94960" y="2834640"/>
            <a:ext cx="35661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5394960" y="2834640"/>
            <a:ext cx="73152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2852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GsonConverterFactory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32120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JSON ↔ Kotlin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94960" y="3474720"/>
            <a:ext cx="35661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5394960" y="3474720"/>
            <a:ext cx="73152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6" name="Text 23"/>
          <p:cNvSpPr/>
          <p:nvPr/>
        </p:nvSpPr>
        <p:spPr>
          <a:xfrm>
            <a:off x="5532120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create()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3212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implementación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interfaz API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4426" b="10161"/>
          <a:stretch/>
        </p:blipFill>
        <p:spPr>
          <a:xfrm>
            <a:off x="216310" y="73152"/>
            <a:ext cx="469490" cy="438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ApiServicesKotlin.kt — Interfaz de Servicios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800100"/>
            <a:ext cx="4846320" cy="384048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ApiServicesKotlin.kt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ApiServicesKotlin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@GET("/usuarios")</a:t>
            </a:r>
            <a:endParaRPr lang="en-US" sz="1100" dirty="0"/>
          </a:p>
          <a:p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 getPersonas(): </a:t>
            </a:r>
            <a:r>
              <a:rPr lang="en-US" sz="1100" dirty="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Call&lt;List&lt;String&gt;&gt;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12080" y="84201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HTTP de Retrofit: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12080" y="1234440"/>
            <a:ext cx="37490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5212080" y="1234440"/>
            <a:ext cx="73152" cy="5486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8"/>
          <p:cNvSpPr/>
          <p:nvPr/>
        </p:nvSpPr>
        <p:spPr>
          <a:xfrm>
            <a:off x="5349240" y="1261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492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datos del servidor.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listar todas las personas.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12080" y="1856232"/>
            <a:ext cx="37490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212080" y="1856232"/>
            <a:ext cx="73152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5349240" y="1883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4924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datos para crear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nuevo registro.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12080" y="2478024"/>
            <a:ext cx="37490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5212080" y="2478024"/>
            <a:ext cx="73152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6"/>
          <p:cNvSpPr/>
          <p:nvPr/>
        </p:nvSpPr>
        <p:spPr>
          <a:xfrm>
            <a:off x="5349240" y="2505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 / @DELETE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49240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o elimina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existente.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212080" y="3099816"/>
            <a:ext cx="37490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19"/>
          <p:cNvSpPr/>
          <p:nvPr/>
        </p:nvSpPr>
        <p:spPr>
          <a:xfrm>
            <a:off x="5212080" y="3099816"/>
            <a:ext cx="73152" cy="548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0"/>
          <p:cNvSpPr/>
          <p:nvPr/>
        </p:nvSpPr>
        <p:spPr>
          <a:xfrm>
            <a:off x="5349240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3328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{id} en la URL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valor del parámetro.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12080" y="3721608"/>
            <a:ext cx="37490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3"/>
          <p:cNvSpPr/>
          <p:nvPr/>
        </p:nvSpPr>
        <p:spPr>
          <a:xfrm>
            <a:off x="5212080" y="3721608"/>
            <a:ext cx="73152" cy="54864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7" name="Text 24"/>
          <p:cNvSpPr/>
          <p:nvPr/>
        </p:nvSpPr>
        <p:spPr>
          <a:xfrm>
            <a:off x="534924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D14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@Body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4924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un objeto Kotlin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serializado como JSON.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548640" cy="48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PersonaAdapter.kt — Adaptador RecyclerView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610582"/>
            <a:ext cx="5029200" cy="4190017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" y="55601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PersonaAdapter.kt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28600" y="1291590"/>
            <a:ext cx="4572000" cy="321411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PersonaAdapter(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val personas: List&lt;String&gt;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: RecyclerView.Adapter&lt;PersonaAdapter.PersonaViewHolder&gt;()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override fun onCreateViewHolder(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parent: ViewGroup, viewType: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): PersonaViewHolder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view = LayoutInflater.from(parent.context)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.inflate(android.R.layout.simple_list_item_1,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parent, false)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PersonaViewHolder(view)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override fun onBindViewHolder(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holder: PersonaViewHolder, position: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holder.bind(personas[position])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override fun getItemCount(): Int = personas.size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PersonaViewHolder(itemView: View)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RecyclerView.ViewHolder(itemView)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bind(persona: String)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(itemView as TextView).text = persona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21208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Adapter: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12080" y="1188720"/>
            <a:ext cx="411480" cy="4114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15000" y="1188720"/>
            <a:ext cx="32461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12070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14081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lista de Strings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(nombres de personas)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1901952"/>
            <a:ext cx="411480" cy="4114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15000" y="1901952"/>
            <a:ext cx="32461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0" y="1920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onCreateViewHolder()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60720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 simple_list_item_1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(layout nativo de Android)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212080" y="2615184"/>
            <a:ext cx="411480" cy="4114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0" name="Text 17"/>
          <p:cNvSpPr/>
          <p:nvPr/>
        </p:nvSpPr>
        <p:spPr>
          <a:xfrm>
            <a:off x="5212080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15000" y="2615184"/>
            <a:ext cx="32461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5760720" y="2633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onBindViewHolder()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holder.bind(personas[pos])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mostrar el texto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12080" y="3328416"/>
            <a:ext cx="411480" cy="41148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715000" y="3328416"/>
            <a:ext cx="32461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4"/>
          <p:cNvSpPr/>
          <p:nvPr/>
        </p:nvSpPr>
        <p:spPr>
          <a:xfrm>
            <a:off x="5760720" y="33467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bind(persona: String)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760720" y="3547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Castea itemView a TextView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asigna el texto directamente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90632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548640" cy="48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MainActivity.kt — Orquestador Principal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777240"/>
            <a:ext cx="4389120" cy="384048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3131820"/>
            <a:ext cx="425196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4727448" y="3201871"/>
            <a:ext cx="64008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321868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RetrofitInstance.api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28032" y="338328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para la API de imágenes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(Hound Dog API)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09160" y="3630168"/>
            <a:ext cx="425196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4709160" y="3630168"/>
            <a:ext cx="64008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7" name="Text 14"/>
          <p:cNvSpPr/>
          <p:nvPr/>
        </p:nvSpPr>
        <p:spPr>
          <a:xfrm>
            <a:off x="4823460" y="360730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RetrofitInstance.api2kotlin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28032" y="381304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para la API de personas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(devuelve List&lt;String&gt;)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27448" y="4069080"/>
            <a:ext cx="425196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9160" y="4059936"/>
            <a:ext cx="64008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1" name="Text 18"/>
          <p:cNvSpPr/>
          <p:nvPr/>
        </p:nvSpPr>
        <p:spPr>
          <a:xfrm>
            <a:off x="4828032" y="4058465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Picasso.get().load()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1748" y="4203585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para cargar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desde URL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32020" y="4434840"/>
            <a:ext cx="425196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1"/>
          <p:cNvSpPr/>
          <p:nvPr/>
        </p:nvSpPr>
        <p:spPr>
          <a:xfrm>
            <a:off x="4709160" y="4489704"/>
            <a:ext cx="64008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5" name="Text 22"/>
          <p:cNvSpPr/>
          <p:nvPr/>
        </p:nvSpPr>
        <p:spPr>
          <a:xfrm>
            <a:off x="4828032" y="4419653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PersonaAdapter(data)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41748" y="455371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la lista 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en pantalla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0" y="4773168"/>
            <a:ext cx="9144000" cy="3429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118539"/>
            <a:ext cx="4187620" cy="2793204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777240"/>
            <a:ext cx="4335746" cy="229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54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6577" t="4435" r="6362" b="18952"/>
          <a:stretch/>
        </p:blipFill>
        <p:spPr>
          <a:xfrm>
            <a:off x="7932666" y="144289"/>
            <a:ext cx="845574" cy="747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Componentes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82880" y="960120"/>
            <a:ext cx="1645920" cy="2103120"/>
          </a:xfrm>
          <a:prstGeom prst="rect">
            <a:avLst/>
          </a:prstGeom>
          <a:solidFill>
            <a:srgbClr val="2E7D32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82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286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DataResponse.kt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8600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el JSON de la API como objeto Kotlin.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026920" y="960120"/>
            <a:ext cx="1645920" cy="2103120"/>
          </a:xfrm>
          <a:prstGeom prst="rect">
            <a:avLst/>
          </a:prstGeom>
          <a:solidFill>
            <a:srgbClr val="2E7D32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0574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RetrofitInstance.kt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57400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que configura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con la URL base y Gson.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40480" y="960120"/>
            <a:ext cx="1645920" cy="2103120"/>
          </a:xfrm>
          <a:prstGeom prst="rect">
            <a:avLst/>
          </a:prstGeom>
          <a:solidFill>
            <a:srgbClr val="2E7D32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8862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ApiServicesKotlin.kt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86200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con las peticiones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(@GET, @POST, etc.).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26018" y="962087"/>
            <a:ext cx="1645920" cy="2103120"/>
          </a:xfrm>
          <a:prstGeom prst="rect">
            <a:avLst/>
          </a:prstGeom>
          <a:solidFill>
            <a:srgbClr val="2E7D32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41258" y="1547106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PersonaAdapter.kt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0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la lista de personas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RecyclerView.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378618" y="960120"/>
            <a:ext cx="1645920" cy="2103120"/>
          </a:xfrm>
          <a:prstGeom prst="rect">
            <a:avLst/>
          </a:prstGeom>
          <a:solidFill>
            <a:srgbClr val="2E7D32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78618" y="108263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376160" y="151697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MainActivity.kt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23109" y="1912669"/>
            <a:ext cx="15544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todo: inicia la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y actualiza la UI.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82880" y="3246120"/>
            <a:ext cx="8778240" cy="13716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Flujo completo: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" y="36118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 →  RetrofitInstance  →  ApiServicesKotlin  →  Servidor API 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API REST  →  DataResponse (Gson parsea JSON)  →  PersonaAdapter  →  RecyclerView (UI)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D12"/>
          </a:solidFill>
          <a:ln/>
        </p:spPr>
      </p:sp>
      <p:sp>
        <p:nvSpPr>
          <p:cNvPr id="30" name="Text 2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- Formación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794</Words>
  <Application>Microsoft Office PowerPoint</Application>
  <PresentationFormat>Presentación en pantalla (16:9)</PresentationFormat>
  <Paragraphs>220</Paragraphs>
  <Slides>16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JetBrains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Android con Retrofit - SENA</dc:title>
  <dc:subject>PptxGenJS Presentation</dc:subject>
  <dc:creator>PptxGenJS</dc:creator>
  <cp:lastModifiedBy>John Styven Rondon Useche</cp:lastModifiedBy>
  <cp:revision>8</cp:revision>
  <dcterms:created xsi:type="dcterms:W3CDTF">2026-03-03T01:04:56Z</dcterms:created>
  <dcterms:modified xsi:type="dcterms:W3CDTF">2026-03-03T02:13:47Z</dcterms:modified>
</cp:coreProperties>
</file>